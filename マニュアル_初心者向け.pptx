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このマニュアルでは、Access クエリエクスポーター（ローカル版）の使い方をステップバイステップで説明します。インストール不要で、3つのファイルを同じフォルダに置くだけで使えます。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このツールは4つの主な機能を持っています。1. クエリの一覧表示、2. テーブル構造の確認、3. リレーションの表示、4. データのダウンロード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3つのファイルを必ず同じフォルダに配置してください。Access Database Engineは公式サイトから無料でダウンロードできます。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起動方法は2つあります。ダブルクリックとドラッグ&amp;ドロップです。どちらの方法でも結果は同じです。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ダイアログで.accdbまたは.mdbファイルを選択して「開く」をクリックしてください。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処理が完了するとブラウザが自動的に開きます。2つの出力ファイルが生成されます。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クエリ/SQLタブでは全クエリをカード形式で表示します。SQLは自動整形され、日本語で自動解説も表示されます。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クエリ解説機能はクエリ種別によって説明内容が異なります。特に削除クエリは注意が必要です。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テーブルタブでは全テーブルをカード形式で表示します。関連クエリへのリンクもあります。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リレーションタブではテーブル間の外部キー関係を一覧表示します。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検索機能はリアルタイムで絞り込みが行われます。検索とフィルターを組み合わせて使えます。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一括ダウンロードとSQLコピーの2つの出力機能があります。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テーマはブラウザのlocalStorageに保存されるため、次回も同じテーマが適用されます。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ほとんどのエラーは「3ファイルを同じフォルダに配置する」で解決します。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インストール不要・読み取り専用・オフライン動作・テーマ自動保存が主な特徴です。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69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149" y="1090166"/>
            <a:ext cx="1523702" cy="863501"/>
          </a:xfrm>
          <a:prstGeom prst="roundRect">
            <a:avLst>
              <a:gd name="adj" fmla="val 29415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4050" y="1369516"/>
            <a:ext cx="10362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ローカル版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3412" y="2106067"/>
            <a:ext cx="7577027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Access クエリエクスポーター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76804" y="2940993"/>
            <a:ext cx="259024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初心者向けマニュアル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40928" y="3525143"/>
            <a:ext cx="4461995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データベースのクエリ・テーブル・リレーションを</a:t>
            </a:r>
            <a:endParaRPr lang="en-US" sz="13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ブラウザでかんたんに閲覧できるツールです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125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888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3901" y="190351"/>
            <a:ext cx="880892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このツールでできること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634752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データベースの中身を、かんたん・きれいに確認できます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7701" y="1098203"/>
            <a:ext cx="4063901" cy="1466552"/>
          </a:xfrm>
          <a:prstGeom prst="roundRect">
            <a:avLst>
              <a:gd name="adj" fmla="val 3464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77701" y="1122015"/>
            <a:ext cx="4063901" cy="0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402" y="1323529"/>
            <a:ext cx="37826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5402" y="1841004"/>
            <a:ext cx="37826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クエリを一覧表示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5402" y="2177504"/>
            <a:ext cx="37826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全クエリの SQL 定義と自動生成された日本語解説を表示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68552" y="1098203"/>
            <a:ext cx="4063901" cy="1466552"/>
          </a:xfrm>
          <a:prstGeom prst="roundRect">
            <a:avLst>
              <a:gd name="adj" fmla="val 3464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368552" y="1122015"/>
            <a:ext cx="4063901" cy="0"/>
          </a:xfrm>
          <a:prstGeom prst="line">
            <a:avLst/>
          </a:prstGeom>
          <a:noFill/>
          <a:ln w="47625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6253" y="1323529"/>
            <a:ext cx="37826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46253" y="1841004"/>
            <a:ext cx="37826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テーブル構造を確認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46253" y="2177504"/>
            <a:ext cx="37826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テーブル名・フィールド名をカード形式で確認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7701" y="2691705"/>
            <a:ext cx="4063901" cy="1466552"/>
          </a:xfrm>
          <a:prstGeom prst="roundRect">
            <a:avLst>
              <a:gd name="adj" fmla="val 3464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77701" y="2715518"/>
            <a:ext cx="4063901" cy="0"/>
          </a:xfrm>
          <a:prstGeom prst="line">
            <a:avLst/>
          </a:prstGeom>
          <a:noFill/>
          <a:ln w="47625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5402" y="2917031"/>
            <a:ext cx="37826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55402" y="3434507"/>
            <a:ext cx="37826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リレーションを表示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5402" y="3771007"/>
            <a:ext cx="37826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テーブル間の結合関係を分かりやすく表示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68552" y="2691705"/>
            <a:ext cx="4063901" cy="1466552"/>
          </a:xfrm>
          <a:prstGeom prst="roundRect">
            <a:avLst>
              <a:gd name="adj" fmla="val 3464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368552" y="2715518"/>
            <a:ext cx="4063901" cy="0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6253" y="2917031"/>
            <a:ext cx="37826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546253" y="3434507"/>
            <a:ext cx="37826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データをダウンロード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46253" y="3771007"/>
            <a:ext cx="37826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全データをテキストファイルで書き出して保存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125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888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3901" y="190351"/>
            <a:ext cx="880892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必要なもの・準備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634752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使い始める前に確認してください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7701" y="1098203"/>
            <a:ext cx="4305449" cy="3068985"/>
          </a:xfrm>
          <a:prstGeom prst="roundRect">
            <a:avLst>
              <a:gd name="adj" fmla="val 1655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77701" y="1122015"/>
            <a:ext cx="4305449" cy="0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402" y="1323529"/>
            <a:ext cx="40290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動作環境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5402" y="1717179"/>
            <a:ext cx="4029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🪟 Windows（macOS・Linux は非対応）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5402" y="1996529"/>
            <a:ext cx="4029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Microsoft Access がインストール済み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8552" y="2275880"/>
            <a:ext cx="38218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または Access Database Engine インストール済み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5402" y="2536180"/>
            <a:ext cx="4029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Chrome / Edge / Firefox などのブラウザ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0850" y="1098203"/>
            <a:ext cx="4305449" cy="3068985"/>
          </a:xfrm>
          <a:prstGeom prst="roundRect">
            <a:avLst>
              <a:gd name="adj" fmla="val 1655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60850" y="1122015"/>
            <a:ext cx="4305449" cy="0"/>
          </a:xfrm>
          <a:prstGeom prst="line">
            <a:avLst/>
          </a:prstGeom>
          <a:noFill/>
          <a:ln w="47625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38551" y="1323529"/>
            <a:ext cx="40290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ファイルの配置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38551" y="1717179"/>
            <a:ext cx="4029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3ファイルを同じフォルダに置いてください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38551" y="2047280"/>
            <a:ext cx="3950047" cy="571202"/>
          </a:xfrm>
          <a:prstGeom prst="roundRect">
            <a:avLst>
              <a:gd name="adj" fmla="val 6670"/>
            </a:avLst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857601" y="2047280"/>
            <a:ext cx="0" cy="57120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03602" y="2148780"/>
            <a:ext cx="37312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AccessQueryExporter.bat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03602" y="2326481"/>
            <a:ext cx="37312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起動ファイル（これをダブルクリック）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38551" y="2694682"/>
            <a:ext cx="3950047" cy="571202"/>
          </a:xfrm>
          <a:prstGeom prst="roundRect">
            <a:avLst>
              <a:gd name="adj" fmla="val 6670"/>
            </a:avLst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857601" y="2694682"/>
            <a:ext cx="0" cy="57120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3602" y="2796183"/>
            <a:ext cx="37312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ExtractToJSON.vbs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03602" y="2973884"/>
            <a:ext cx="37312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データ抽出エンジン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38551" y="3342084"/>
            <a:ext cx="3950047" cy="571202"/>
          </a:xfrm>
          <a:prstGeom prst="roundRect">
            <a:avLst>
              <a:gd name="adj" fmla="val 6670"/>
            </a:avLst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857601" y="3342084"/>
            <a:ext cx="0" cy="571202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3602" y="3443585"/>
            <a:ext cx="37312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viewer.html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03602" y="3621286"/>
            <a:ext cx="37312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ブラウザビューア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125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888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3901" y="190351"/>
            <a:ext cx="880892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使い方 ― ステップ 1：起動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634752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2つの方法でツールを起動できます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7701" y="1098203"/>
            <a:ext cx="4305449" cy="3378845"/>
          </a:xfrm>
          <a:prstGeom prst="roundRect">
            <a:avLst>
              <a:gd name="adj" fmla="val 1503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77701" y="1122015"/>
            <a:ext cx="4305449" cy="0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402" y="1323529"/>
            <a:ext cx="40290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 1：ダブルクリック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5402" y="1742629"/>
            <a:ext cx="402904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AccessQueryExporter.bat を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3102" y="2066330"/>
            <a:ext cx="38477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ダブルクリック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5402" y="2371130"/>
            <a:ext cx="402904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ファイル選択ダイアログが開く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5402" y="2694831"/>
            <a:ext cx="402904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次のスライドへ 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0850" y="1098203"/>
            <a:ext cx="4305449" cy="3378845"/>
          </a:xfrm>
          <a:prstGeom prst="roundRect">
            <a:avLst>
              <a:gd name="adj" fmla="val 1503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60850" y="1122015"/>
            <a:ext cx="4305449" cy="0"/>
          </a:xfrm>
          <a:prstGeom prst="line">
            <a:avLst/>
          </a:prstGeom>
          <a:noFill/>
          <a:ln w="47625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38551" y="1323529"/>
            <a:ext cx="40290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 2：ドラッグ &amp; ドロップ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38551" y="1742629"/>
            <a:ext cx="402904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.accdb / .mdb ファイルを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16252" y="2066330"/>
            <a:ext cx="38477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エクスプローラーで選択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38551" y="2371130"/>
            <a:ext cx="402904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AccessQueryExporter.bat の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16252" y="2694831"/>
            <a:ext cx="38477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アイコンの上にドロップ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38551" y="2999631"/>
            <a:ext cx="402904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ダイアログなしで即座に実行！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77701" y="4730948"/>
            <a:ext cx="8788598" cy="412552"/>
          </a:xfrm>
          <a:prstGeom prst="roundRect">
            <a:avLst>
              <a:gd name="adj" fmla="val 6157"/>
            </a:avLst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96751" y="4730948"/>
            <a:ext cx="0" cy="41255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8201" y="4832449"/>
            <a:ext cx="86146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どちらの方法でも結果は同じです。ドラッグ＆ドロップの方が素早く使えます。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125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888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3901" y="190351"/>
            <a:ext cx="880892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使い方 ― ステップ 2：ファイル選択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634752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ダイアログで Access データベースを選択します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7701" y="1047452"/>
            <a:ext cx="8788598" cy="2700933"/>
          </a:xfrm>
          <a:prstGeom prst="roundRect">
            <a:avLst>
              <a:gd name="adj" fmla="val 1881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7701" y="1047452"/>
            <a:ext cx="8788598" cy="383977"/>
          </a:xfrm>
          <a:prstGeom prst="rect">
            <a:avLst/>
          </a:prstGeom>
          <a:solidFill>
            <a:srgbClr val="2D2D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5402" y="1110853"/>
            <a:ext cx="86018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 Access ファイルを選択してください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5402" y="1507629"/>
            <a:ext cx="86018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ファイルの種類: Accessファイル (*.accdb;*.mdb)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5402" y="1780580"/>
            <a:ext cx="8433197" cy="330101"/>
          </a:xfrm>
          <a:prstGeom prst="roundRect">
            <a:avLst>
              <a:gd name="adj" fmla="val 7695"/>
            </a:avLst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352" y="1831330"/>
            <a:ext cx="8342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データベース1.accdb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5402" y="2148780"/>
            <a:ext cx="8433197" cy="330101"/>
          </a:xfrm>
          <a:prstGeom prst="roundRect">
            <a:avLst>
              <a:gd name="adj" fmla="val 7695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352" y="2199531"/>
            <a:ext cx="8342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顧客管理.accdb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5402" y="2516981"/>
            <a:ext cx="8433197" cy="330101"/>
          </a:xfrm>
          <a:prstGeom prst="roundRect">
            <a:avLst>
              <a:gd name="adj" fmla="val 7695"/>
            </a:avLst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2352" y="2567732"/>
            <a:ext cx="8342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在庫管理.mdb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5402" y="2885182"/>
            <a:ext cx="8433197" cy="330101"/>
          </a:xfrm>
          <a:prstGeom prst="roundRect">
            <a:avLst>
              <a:gd name="adj" fmla="val 7695"/>
            </a:avLst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2352" y="2935932"/>
            <a:ext cx="8342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売上データ.accdb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7701" y="3291483"/>
            <a:ext cx="8788598" cy="456902"/>
          </a:xfrm>
          <a:prstGeom prst="rect">
            <a:avLst/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04695" y="3354884"/>
            <a:ext cx="812602" cy="330101"/>
          </a:xfrm>
          <a:prstGeom prst="roundRect">
            <a:avLst>
              <a:gd name="adj" fmla="val 7695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58595" y="3405634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18797" y="3354884"/>
            <a:ext cx="1269802" cy="330101"/>
          </a:xfrm>
          <a:prstGeom prst="roundRect">
            <a:avLst>
              <a:gd name="adj" fmla="val 7695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772698" y="340563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キャンセル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7701" y="3811786"/>
            <a:ext cx="8788598" cy="311051"/>
          </a:xfrm>
          <a:prstGeom prst="rect">
            <a:avLst/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96751" y="3811786"/>
            <a:ext cx="0" cy="31105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8201" y="3862536"/>
            <a:ext cx="86146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.accdb または .mdb ファイルのみ選択できます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815" y="4211538"/>
            <a:ext cx="89643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選択後「開く」をクリックすると抽出が始まります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125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888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3901" y="190351"/>
            <a:ext cx="880892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使い方 ― ステップ 3：ビューアが開く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634752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抽出が完了するとブラウザが自動的に起動します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67049" y="1072753"/>
            <a:ext cx="1549301" cy="914251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58769" y="1199704"/>
            <a:ext cx="11658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58769" y="1669554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バッチ実行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92550" y="1396454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97350" y="1096566"/>
            <a:ext cx="1549301" cy="866626"/>
          </a:xfrm>
          <a:prstGeom prst="roundRect">
            <a:avLst>
              <a:gd name="adj" fmla="val 5862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89070" y="1223516"/>
            <a:ext cx="116586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89070" y="1645741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データ抽出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22850" y="1396454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27650" y="1096566"/>
            <a:ext cx="1549301" cy="866626"/>
          </a:xfrm>
          <a:prstGeom prst="roundRect">
            <a:avLst>
              <a:gd name="adj" fmla="val 5862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19371" y="1223516"/>
            <a:ext cx="116586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19371" y="1645741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ブラウザが開く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7701" y="2088505"/>
            <a:ext cx="8788598" cy="1015901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5402" y="2215455"/>
            <a:ext cx="8601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生成されるファイル（bat ファイルと同じフォルダ）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5402" y="2520255"/>
            <a:ext cx="86018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📋 {DBファイル名}_result.json　　　 ビューア用データファイル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5402" y="2748855"/>
            <a:ext cx="86018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📝 {DBファイル名}_クエリ一覧.txt　　人間が読めるテキストレポート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7701" y="3205907"/>
            <a:ext cx="8788598" cy="1802457"/>
          </a:xfrm>
          <a:prstGeom prst="roundRect">
            <a:avLst>
              <a:gd name="adj" fmla="val 2114"/>
            </a:avLst>
          </a:prstGeom>
          <a:solidFill>
            <a:srgbClr val="0A0E1A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87226" y="3215432"/>
            <a:ext cx="8769548" cy="31730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14176" y="3278832"/>
            <a:ext cx="62754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Access クエリエクスポーター [ローカル版]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66582" y="3288357"/>
            <a:ext cx="24105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　　📥 一括ダウンロード　　🔄 リセット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7226" y="3829496"/>
            <a:ext cx="8769548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4176" y="3583484"/>
            <a:ext cx="86859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テーブル: 8　　リレーション: 5　　クエリ: 24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7226" y="4207222"/>
            <a:ext cx="8769548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176" y="3885009"/>
            <a:ext cx="1309092" cy="26670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6576" y="3923109"/>
            <a:ext cx="10243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クエリ / SQL　24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6419" y="3923109"/>
            <a:ext cx="7197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テーブル　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87563" y="3923109"/>
            <a:ext cx="9786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リレーション　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4176" y="4262735"/>
            <a:ext cx="8515648" cy="31730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41127" y="4326136"/>
            <a:ext cx="81938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Q_顧客別売上集計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74273" y="4335661"/>
            <a:ext cx="2331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選択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176" y="4630787"/>
            <a:ext cx="8515648" cy="31730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41127" y="4694188"/>
            <a:ext cx="81938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Q_月次売上レポート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74273" y="4703713"/>
            <a:ext cx="2331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選択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125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888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3901" y="190351"/>
            <a:ext cx="880892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クエリ / SQL タブ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634752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すべてのクエリをカード形式で確認できます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7701" y="1072753"/>
            <a:ext cx="89643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クエリカード（1件分の表示例）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7701" y="1409254"/>
            <a:ext cx="8788598" cy="2945160"/>
          </a:xfrm>
          <a:prstGeom prst="roundRect">
            <a:avLst>
              <a:gd name="adj" fmla="val 1725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7701" y="1409254"/>
            <a:ext cx="8788598" cy="425351"/>
          </a:xfrm>
          <a:prstGeom prst="rect">
            <a:avLst/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0101" y="1498104"/>
            <a:ext cx="719630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Q_顧客別売上集計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85298" y="1501378"/>
            <a:ext cx="507950" cy="241102"/>
          </a:xfrm>
          <a:prstGeom prst="roundRect">
            <a:avLst>
              <a:gd name="adj" fmla="val 10535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12248" y="1526679"/>
            <a:ext cx="2591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選択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69448" y="1501378"/>
            <a:ext cx="844451" cy="241102"/>
          </a:xfrm>
          <a:prstGeom prst="roundRect">
            <a:avLst>
              <a:gd name="adj" fmla="val 10535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096399" y="1526679"/>
            <a:ext cx="6023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コピー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7701" y="1834604"/>
            <a:ext cx="8788598" cy="1148804"/>
          </a:xfrm>
          <a:prstGeom prst="rect">
            <a:avLst/>
          </a:prstGeom>
          <a:solidFill>
            <a:srgbClr val="0609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0101" y="1948755"/>
            <a:ext cx="8653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0101" y="2104281"/>
            <a:ext cx="8653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顧客マスタ.顧客名, SUM(売上明細.金額) AS 合計金額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0101" y="2259806"/>
            <a:ext cx="8653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売上明細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0101" y="2415332"/>
            <a:ext cx="8653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顧客マスタ ON 売上明細.顧客ID = 顧客マスタ.顧客ID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0101" y="2570857"/>
            <a:ext cx="8653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売上明細.売上日 &gt;= #2024/01/01#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0101" y="2726382"/>
            <a:ext cx="8653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顧客マスタ.顧客名　ORDER BY 合計金額 DESC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7701" y="2983409"/>
            <a:ext cx="8788598" cy="1371005"/>
          </a:xfrm>
          <a:prstGeom prst="rect">
            <a:avLst/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0101" y="3084909"/>
            <a:ext cx="86534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クエリ解説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0101" y="3345210"/>
            <a:ext cx="86534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データを検索して表示するクエリ（選択クエリ）です。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0101" y="3605510"/>
            <a:ext cx="86534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取得フィールド:　顧客名、合計金額　　　📁 使用テーブル:　売上明細、顧客マスタ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0101" y="3821311"/>
            <a:ext cx="86534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テーブル結合:　売上明細 → 顧客マスタ（内部結合）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0101" y="4037112"/>
            <a:ext cx="86534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抽出条件:　売上日 &gt;= #2024/01/01#　　　↕️ 並び順:　合計金額 降順 ↓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125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888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3901" y="190351"/>
            <a:ext cx="880892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クエリ自動解説機能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634752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の内容を日本語で自動的に説明します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7701" y="1072753"/>
            <a:ext cx="2832050" cy="1263551"/>
          </a:xfrm>
          <a:prstGeom prst="roundRect">
            <a:avLst>
              <a:gd name="adj" fmla="val 3015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77701" y="1091803"/>
            <a:ext cx="283205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651" y="1237804"/>
            <a:ext cx="888802" cy="266700"/>
          </a:xfrm>
          <a:prstGeom prst="roundRect">
            <a:avLst>
              <a:gd name="adj" fmla="val 9524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602" y="1275904"/>
            <a:ext cx="6475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選択クエリ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651" y="1580704"/>
            <a:ext cx="2629713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データを検索して表示します。取得フィールド・使用テーブル・抽出条件・並び順などを表示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11252" y="1072753"/>
            <a:ext cx="2832050" cy="1263551"/>
          </a:xfrm>
          <a:prstGeom prst="roundRect">
            <a:avLst>
              <a:gd name="adj" fmla="val 3015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111252" y="1091803"/>
            <a:ext cx="283205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38202" y="1237804"/>
            <a:ext cx="888802" cy="266700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65153" y="1275904"/>
            <a:ext cx="6475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更新クエリ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38202" y="1580704"/>
            <a:ext cx="262971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既存データを書き換えます。更新テーブル・更新内容・抽出条件を表示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44803" y="1072753"/>
            <a:ext cx="2832050" cy="1263551"/>
          </a:xfrm>
          <a:prstGeom prst="roundRect">
            <a:avLst>
              <a:gd name="adj" fmla="val 3015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44803" y="1091803"/>
            <a:ext cx="2832050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1754" y="1237804"/>
            <a:ext cx="888802" cy="266700"/>
          </a:xfrm>
          <a:prstGeom prst="roundRect">
            <a:avLst>
              <a:gd name="adj" fmla="val 9524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98704" y="1275904"/>
            <a:ext cx="6475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削除クエリ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1754" y="1580704"/>
            <a:ext cx="262971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データを削除します。WHERE 条件がない場合は全データ削除の警告を表示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7701" y="2437805"/>
            <a:ext cx="2832050" cy="1263551"/>
          </a:xfrm>
          <a:prstGeom prst="roundRect">
            <a:avLst>
              <a:gd name="adj" fmla="val 3015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77701" y="2456855"/>
            <a:ext cx="283205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4651" y="2602855"/>
            <a:ext cx="888802" cy="266700"/>
          </a:xfrm>
          <a:prstGeom prst="roundRect">
            <a:avLst>
              <a:gd name="adj" fmla="val 9524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31602" y="2640955"/>
            <a:ext cx="6475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追加クエリ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4651" y="2945755"/>
            <a:ext cx="2629713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 新しいデータを追加します。挿入先テーブル・挿入フィールド・データ元を表示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11252" y="2437805"/>
            <a:ext cx="2832050" cy="1263551"/>
          </a:xfrm>
          <a:prstGeom prst="roundRect">
            <a:avLst>
              <a:gd name="adj" fmla="val 3015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111252" y="2456855"/>
            <a:ext cx="2832050" cy="0"/>
          </a:xfrm>
          <a:prstGeom prst="line">
            <a:avLst/>
          </a:prstGeom>
          <a:noFill/>
          <a:ln w="381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38202" y="2602855"/>
            <a:ext cx="888802" cy="266700"/>
          </a:xfrm>
          <a:prstGeom prst="roundRect">
            <a:avLst>
              <a:gd name="adj" fmla="val 9524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65153" y="2640955"/>
            <a:ext cx="6475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クロス集計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38202" y="2945755"/>
            <a:ext cx="262971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行と列を入れ替えて集計します。ピボット列の情報を表示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44803" y="2437805"/>
            <a:ext cx="2832050" cy="1263551"/>
          </a:xfrm>
          <a:prstGeom prst="roundRect">
            <a:avLst>
              <a:gd name="adj" fmla="val 3015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044803" y="2456855"/>
            <a:ext cx="283205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1754" y="2602855"/>
            <a:ext cx="761851" cy="266700"/>
          </a:xfrm>
          <a:prstGeom prst="roundRect">
            <a:avLst>
              <a:gd name="adj" fmla="val 9524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98704" y="2640955"/>
            <a:ext cx="5181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ユニオン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1754" y="2945755"/>
            <a:ext cx="262971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複数の SELECT 結果を結合するクエリです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77701" y="3802856"/>
            <a:ext cx="8788598" cy="361950"/>
          </a:xfrm>
          <a:prstGeom prst="rect">
            <a:avLst/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196751" y="3802856"/>
            <a:ext cx="0" cy="36195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8201" y="3879056"/>
            <a:ext cx="86146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テーブル名をクリックすると「テーブル」タブに移動してそのテーブルをハイライト表示します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125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888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3901" y="190351"/>
            <a:ext cx="880892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テーブル タブ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634752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データベース内のテーブル構造を確認できます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7701" y="1072753"/>
            <a:ext cx="2844850" cy="3145334"/>
          </a:xfrm>
          <a:prstGeom prst="roundRect">
            <a:avLst>
              <a:gd name="adj" fmla="val 1786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77701" y="1091803"/>
            <a:ext cx="284485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0101" y="1212354"/>
            <a:ext cx="25908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顧客マスタ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0101" y="1571030"/>
            <a:ext cx="25908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フィールド一覧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9202" y="1812280"/>
            <a:ext cx="2641848" cy="244376"/>
          </a:xfrm>
          <a:prstGeom prst="rect">
            <a:avLst/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0702" y="1863030"/>
            <a:ext cx="24876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顧客ID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9202" y="2094756"/>
            <a:ext cx="2641848" cy="244376"/>
          </a:xfrm>
          <a:prstGeom prst="rect">
            <a:avLst/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0702" y="2145506"/>
            <a:ext cx="24876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顧客名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9202" y="2377232"/>
            <a:ext cx="2641848" cy="244376"/>
          </a:xfrm>
          <a:prstGeom prst="rect">
            <a:avLst/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0702" y="2427982"/>
            <a:ext cx="24876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住所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9202" y="2659707"/>
            <a:ext cx="2641848" cy="244376"/>
          </a:xfrm>
          <a:prstGeom prst="rect">
            <a:avLst/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0702" y="2710458"/>
            <a:ext cx="24876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電話番号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9202" y="2942183"/>
            <a:ext cx="2641848" cy="244376"/>
          </a:xfrm>
          <a:prstGeom prst="rect">
            <a:avLst/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80702" y="2992934"/>
            <a:ext cx="24876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メールアドレス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0101" y="3288060"/>
            <a:ext cx="25908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 関連クエリ (2)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0101" y="3529310"/>
            <a:ext cx="2540050" cy="3810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10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Q_顧客別売上集計</a:t>
            </a:r>
            <a:endParaRPr lang="en-US" sz="1000" dirty="0"/>
          </a:p>
          <a:p>
            <a:pPr algn="l" marL="88900" indent="-88900">
              <a:buSzPct val="100000"/>
              <a:buChar char="•"/>
            </a:pPr>
            <a:r>
              <a:rPr lang="en-US" sz="10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Q_顧客一覧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49501" y="1072753"/>
            <a:ext cx="2844998" cy="3145334"/>
          </a:xfrm>
          <a:prstGeom prst="roundRect">
            <a:avLst>
              <a:gd name="adj" fmla="val 1786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149501" y="1091803"/>
            <a:ext cx="2844998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01901" y="1212354"/>
            <a:ext cx="259100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売上明細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01901" y="1571030"/>
            <a:ext cx="25910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フィールド一覧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51002" y="1812280"/>
            <a:ext cx="2641997" cy="244376"/>
          </a:xfrm>
          <a:prstGeom prst="rect">
            <a:avLst/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52502" y="1863030"/>
            <a:ext cx="2487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明細ID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51002" y="2094756"/>
            <a:ext cx="2641997" cy="244376"/>
          </a:xfrm>
          <a:prstGeom prst="rect">
            <a:avLst/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52502" y="2145506"/>
            <a:ext cx="2487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売上ID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51002" y="2377232"/>
            <a:ext cx="2641997" cy="244376"/>
          </a:xfrm>
          <a:prstGeom prst="rect">
            <a:avLst/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52502" y="2427982"/>
            <a:ext cx="2487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顧客ID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51002" y="2659707"/>
            <a:ext cx="2641997" cy="244376"/>
          </a:xfrm>
          <a:prstGeom prst="rect">
            <a:avLst/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352502" y="2710458"/>
            <a:ext cx="2487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商品ID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51002" y="2942183"/>
            <a:ext cx="2641997" cy="244376"/>
          </a:xfrm>
          <a:prstGeom prst="rect">
            <a:avLst/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52502" y="2992934"/>
            <a:ext cx="2487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数量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51002" y="3224659"/>
            <a:ext cx="2641997" cy="244376"/>
          </a:xfrm>
          <a:prstGeom prst="rect">
            <a:avLst/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52502" y="3275409"/>
            <a:ext cx="2487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金額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01901" y="3570536"/>
            <a:ext cx="25910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 関連クエリ (2)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01901" y="3811786"/>
            <a:ext cx="2540198" cy="3810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10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Q_月次売上</a:t>
            </a:r>
            <a:endParaRPr lang="en-US" sz="1000" dirty="0"/>
          </a:p>
          <a:p>
            <a:pPr algn="l" marL="88900" indent="-88900">
              <a:buSzPct val="100000"/>
              <a:buChar char="•"/>
            </a:pPr>
            <a:r>
              <a:rPr lang="en-US" sz="10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Q_顧客別売上集計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1450" y="1072753"/>
            <a:ext cx="2844850" cy="3145334"/>
          </a:xfrm>
          <a:prstGeom prst="roundRect">
            <a:avLst>
              <a:gd name="adj" fmla="val 1786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121450" y="1091803"/>
            <a:ext cx="284485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73850" y="1212354"/>
            <a:ext cx="25908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商品マスタ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273850" y="1571030"/>
            <a:ext cx="25908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フィールド一覧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22950" y="1812280"/>
            <a:ext cx="2641848" cy="244376"/>
          </a:xfrm>
          <a:prstGeom prst="rect">
            <a:avLst/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324451" y="1863030"/>
            <a:ext cx="24876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商品ID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22950" y="2094756"/>
            <a:ext cx="2641848" cy="244376"/>
          </a:xfrm>
          <a:prstGeom prst="rect">
            <a:avLst/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324451" y="2145506"/>
            <a:ext cx="24876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商品名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22950" y="2377232"/>
            <a:ext cx="2641848" cy="244376"/>
          </a:xfrm>
          <a:prstGeom prst="rect">
            <a:avLst/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324451" y="2427982"/>
            <a:ext cx="24876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単価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22950" y="2659707"/>
            <a:ext cx="2641848" cy="244376"/>
          </a:xfrm>
          <a:prstGeom prst="rect">
            <a:avLst/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324451" y="2710458"/>
            <a:ext cx="24876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カテゴリ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73850" y="3005584"/>
            <a:ext cx="25908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 関連クエリ (2)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73850" y="3246834"/>
            <a:ext cx="2540050" cy="3810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10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Q_商品一覧</a:t>
            </a:r>
            <a:endParaRPr lang="en-US" sz="1000" dirty="0"/>
          </a:p>
          <a:p>
            <a:pPr algn="l" marL="88900" indent="-88900">
              <a:buSzPct val="100000"/>
              <a:buChar char="•"/>
            </a:pPr>
            <a:r>
              <a:rPr lang="en-US" sz="10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Q_在庫確認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125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888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3901" y="190351"/>
            <a:ext cx="880892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リレーション タブ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634752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テーブル間の結合関係を確認できます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7701" y="1072753"/>
            <a:ext cx="8788598" cy="1009501"/>
          </a:xfrm>
          <a:prstGeom prst="roundRect">
            <a:avLst>
              <a:gd name="adj" fmla="val 5032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01513" y="1072753"/>
            <a:ext cx="0" cy="1009501"/>
          </a:xfrm>
          <a:prstGeom prst="line">
            <a:avLst/>
          </a:prstGeom>
          <a:noFill/>
          <a:ln w="47625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3027" y="1199704"/>
            <a:ext cx="85532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リレーションとは？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3027" y="1498104"/>
            <a:ext cx="85532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複数のテーブルがどのように繋がっているかを示す関係です。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例：「売上明細」の「顧客ID」が「顧客マスタ」の「顧客ID」と対応している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7701" y="2183755"/>
            <a:ext cx="8788598" cy="415826"/>
          </a:xfrm>
          <a:prstGeom prst="roundRect">
            <a:avLst>
              <a:gd name="adj" fmla="val 9162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96751" y="2183755"/>
            <a:ext cx="0" cy="415826"/>
          </a:xfrm>
          <a:prstGeom prst="line">
            <a:avLst/>
          </a:prstGeom>
          <a:noFill/>
          <a:ln w="381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502" y="2296418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売上明細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69902" y="2272605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25601" y="2296418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顧客マスタ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49601" y="2310705"/>
            <a:ext cx="13911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(顧客ID = 顧客ID)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7701" y="2675781"/>
            <a:ext cx="8788598" cy="415826"/>
          </a:xfrm>
          <a:prstGeom prst="roundRect">
            <a:avLst>
              <a:gd name="adj" fmla="val 9162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96751" y="2675781"/>
            <a:ext cx="0" cy="415826"/>
          </a:xfrm>
          <a:prstGeom prst="line">
            <a:avLst/>
          </a:prstGeom>
          <a:noFill/>
          <a:ln w="381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502" y="2788444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売上明細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69902" y="2764631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425601" y="2788444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商品マスタ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49601" y="2802731"/>
            <a:ext cx="13911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(商品ID = 商品ID)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7701" y="3167807"/>
            <a:ext cx="8788598" cy="415826"/>
          </a:xfrm>
          <a:prstGeom prst="roundRect">
            <a:avLst>
              <a:gd name="adj" fmla="val 9162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196751" y="3167807"/>
            <a:ext cx="0" cy="415826"/>
          </a:xfrm>
          <a:prstGeom prst="line">
            <a:avLst/>
          </a:prstGeom>
          <a:noFill/>
          <a:ln w="381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502" y="3280470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売上ヘッダ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069902" y="3256657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425601" y="3280470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売上明細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49601" y="3294757"/>
            <a:ext cx="13911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(売上ID = 売上ID)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7701" y="3659832"/>
            <a:ext cx="8788598" cy="415826"/>
          </a:xfrm>
          <a:prstGeom prst="roundRect">
            <a:avLst>
              <a:gd name="adj" fmla="val 9162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196751" y="3659832"/>
            <a:ext cx="0" cy="415826"/>
          </a:xfrm>
          <a:prstGeom prst="line">
            <a:avLst/>
          </a:prstGeom>
          <a:noFill/>
          <a:ln w="381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502" y="3772495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受注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069902" y="3748683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425601" y="3772495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顧客マスタ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49601" y="3786783"/>
            <a:ext cx="16865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(顧客コード = 顧客ID)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77701" y="4151858"/>
            <a:ext cx="8788598" cy="415826"/>
          </a:xfrm>
          <a:prstGeom prst="roundRect">
            <a:avLst>
              <a:gd name="adj" fmla="val 9162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196751" y="4151858"/>
            <a:ext cx="0" cy="415826"/>
          </a:xfrm>
          <a:prstGeom prst="line">
            <a:avLst/>
          </a:prstGeom>
          <a:noFill/>
          <a:ln w="381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502" y="4264521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在庫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069902" y="4240709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425601" y="4264521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商品マスタ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949601" y="4278809"/>
            <a:ext cx="12202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(品番 = 商品ID)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125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888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3901" y="190351"/>
            <a:ext cx="880892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検索・絞り込み機能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634752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見たいクエリをすぐに見つけられます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7701" y="1072753"/>
            <a:ext cx="8788598" cy="939701"/>
          </a:xfrm>
          <a:prstGeom prst="roundRect">
            <a:avLst>
              <a:gd name="adj" fmla="val 5406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5402" y="1199704"/>
            <a:ext cx="8601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検索ボックス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5402" y="1504504"/>
            <a:ext cx="8433197" cy="381000"/>
          </a:xfrm>
          <a:prstGeom prst="roundRect">
            <a:avLst>
              <a:gd name="adj" fmla="val 10000"/>
            </a:avLst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7802" y="1580704"/>
            <a:ext cx="82909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　クエリ名・SQL内容で検索...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7701" y="2113955"/>
            <a:ext cx="8788598" cy="869752"/>
          </a:xfrm>
          <a:prstGeom prst="roundRect">
            <a:avLst>
              <a:gd name="adj" fmla="val 5841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5402" y="2240905"/>
            <a:ext cx="8601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種別フィルター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5402" y="2545705"/>
            <a:ext cx="723751" cy="311051"/>
          </a:xfrm>
          <a:prstGeom prst="roundRect">
            <a:avLst>
              <a:gd name="adj" fmla="val 81659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802" y="2596455"/>
            <a:ext cx="4273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すべて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55353" y="2545705"/>
            <a:ext cx="584150" cy="311051"/>
          </a:xfrm>
          <a:prstGeom prst="roundRect">
            <a:avLst>
              <a:gd name="adj" fmla="val 81659"/>
            </a:avLst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07753" y="2596455"/>
            <a:ext cx="2849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選択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15703" y="2545705"/>
            <a:ext cx="584150" cy="311051"/>
          </a:xfrm>
          <a:prstGeom prst="roundRect">
            <a:avLst>
              <a:gd name="adj" fmla="val 81659"/>
            </a:avLst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968103" y="2596455"/>
            <a:ext cx="2849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76054" y="2545705"/>
            <a:ext cx="584150" cy="311051"/>
          </a:xfrm>
          <a:prstGeom prst="roundRect">
            <a:avLst>
              <a:gd name="adj" fmla="val 81659"/>
            </a:avLst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628454" y="2596455"/>
            <a:ext cx="2849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削除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36404" y="2545705"/>
            <a:ext cx="584150" cy="311051"/>
          </a:xfrm>
          <a:prstGeom prst="roundRect">
            <a:avLst>
              <a:gd name="adj" fmla="val 81659"/>
            </a:avLst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88804" y="2596455"/>
            <a:ext cx="2849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追加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96754" y="2545705"/>
            <a:ext cx="1003102" cy="311051"/>
          </a:xfrm>
          <a:prstGeom prst="roundRect">
            <a:avLst>
              <a:gd name="adj" fmla="val 81659"/>
            </a:avLst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49154" y="2596455"/>
            <a:ext cx="7122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クロス集計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76056" y="2545705"/>
            <a:ext cx="863352" cy="311051"/>
          </a:xfrm>
          <a:prstGeom prst="roundRect">
            <a:avLst>
              <a:gd name="adj" fmla="val 81659"/>
            </a:avLst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28456" y="2596455"/>
            <a:ext cx="5697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ユニオン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15608" y="2545705"/>
            <a:ext cx="723751" cy="311051"/>
          </a:xfrm>
          <a:prstGeom prst="roundRect">
            <a:avLst>
              <a:gd name="adj" fmla="val 81659"/>
            </a:avLst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968008" y="2596455"/>
            <a:ext cx="4273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7701" y="3085207"/>
            <a:ext cx="8788598" cy="1720007"/>
          </a:xfrm>
          <a:prstGeom prst="roundRect">
            <a:avLst>
              <a:gd name="adj" fmla="val 2953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5402" y="3212157"/>
            <a:ext cx="8601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使い方の例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5402" y="3516957"/>
            <a:ext cx="2666851" cy="336352"/>
          </a:xfrm>
          <a:prstGeom prst="roundRect">
            <a:avLst>
              <a:gd name="adj" fmla="val 7552"/>
            </a:avLst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2352" y="3580358"/>
            <a:ext cx="24612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検索ボックスに「顧客」と入力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149203" y="3580358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54003" y="3580358"/>
            <a:ext cx="37034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クエリ名やSQL内容に「顧客」が含まれるクエリのみ表示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5402" y="3904059"/>
            <a:ext cx="2666851" cy="336352"/>
          </a:xfrm>
          <a:prstGeom prst="roundRect">
            <a:avLst>
              <a:gd name="adj" fmla="val 7552"/>
            </a:avLst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2352" y="3967460"/>
            <a:ext cx="24612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「削除」フィルターをクリック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149203" y="3967460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454003" y="3967460"/>
            <a:ext cx="20179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クエリだけを一覧表示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5402" y="4291161"/>
            <a:ext cx="2666851" cy="336352"/>
          </a:xfrm>
          <a:prstGeom prst="roundRect">
            <a:avLst>
              <a:gd name="adj" fmla="val 7552"/>
            </a:avLst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2352" y="4354562"/>
            <a:ext cx="24612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「更新」フィルター + 「在庫」検索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149203" y="4354562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454003" y="4354562"/>
            <a:ext cx="19941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在庫を更新するクエリのみ表示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125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888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3901" y="190351"/>
            <a:ext cx="880892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ダウンロード・コピー機能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634752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データを外部に書き出したり、SQL をコピーできます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7701" y="1072753"/>
            <a:ext cx="4318099" cy="2859584"/>
          </a:xfrm>
          <a:prstGeom prst="roundRect">
            <a:avLst>
              <a:gd name="adj" fmla="val 1776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77701" y="1091803"/>
            <a:ext cx="4318099" cy="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0101" y="1263253"/>
            <a:ext cx="40935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一括ダウンロード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0101" y="1669554"/>
            <a:ext cx="4093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画面右上の「📥 一括ダウンロード」ボタンをクリック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0101" y="1999655"/>
            <a:ext cx="4013299" cy="1488281"/>
          </a:xfrm>
          <a:prstGeom prst="roundRect">
            <a:avLst>
              <a:gd name="adj" fmla="val 2560"/>
            </a:avLst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051" y="2126456"/>
            <a:ext cx="38345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ダウンロード内容: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4002" y="2313682"/>
            <a:ext cx="363244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テーブル一覧（フィールド含む）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リレーションシップ一覧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クエリ一覧と SQL 定義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051" y="2824758"/>
            <a:ext cx="38345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ファイル名: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051" y="3011984"/>
            <a:ext cx="38345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{DBファイル名}_クエリ一覧.txt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051" y="3199209"/>
            <a:ext cx="38345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文字コード: UTF-8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0101" y="3589437"/>
            <a:ext cx="40935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バッチ実行時に自動生成される _クエリ一覧.txt と同じ内容です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8200" y="1072753"/>
            <a:ext cx="4318099" cy="2859584"/>
          </a:xfrm>
          <a:prstGeom prst="roundRect">
            <a:avLst>
              <a:gd name="adj" fmla="val 1776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48200" y="1091803"/>
            <a:ext cx="4318099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263253"/>
            <a:ext cx="40935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SQL をコピー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00600" y="1669554"/>
            <a:ext cx="4093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各クエリカードの右上にある 📋 ボタンをクリック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050405"/>
            <a:ext cx="4013299" cy="447675"/>
          </a:xfrm>
          <a:prstGeom prst="roundRect">
            <a:avLst>
              <a:gd name="adj" fmla="val 8511"/>
            </a:avLst>
          </a:prstGeom>
          <a:solidFill>
            <a:srgbClr val="1E293B"/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87826" y="2136130"/>
            <a:ext cx="37116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00600" y="2650331"/>
            <a:ext cx="4093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クリック後 ✅ に変化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961382"/>
            <a:ext cx="4093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「SQL をコピーしました」のトースト通知が表示されます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3272433"/>
            <a:ext cx="409356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コピーした SQL は Access・Excel・他のツールにそのまま貼り付けて使えます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125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888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3901" y="190351"/>
            <a:ext cx="880892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ダーク / ライトテーマ切替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634752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画面の明るさをお好みに合わせて切り替えられます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7701" y="1072753"/>
            <a:ext cx="3733949" cy="3454896"/>
          </a:xfrm>
          <a:prstGeom prst="roundRect">
            <a:avLst>
              <a:gd name="adj" fmla="val 1470"/>
            </a:avLst>
          </a:prstGeom>
          <a:solidFill>
            <a:srgbClr val="0A0E1A"/>
          </a:solidFill>
          <a:ln w="19050">
            <a:solidFill>
              <a:srgbClr val="636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6751" y="1091803"/>
            <a:ext cx="3695849" cy="3429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9151" y="1168003"/>
            <a:ext cx="34588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Access クエリエクスポーター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9792" y="1434703"/>
            <a:ext cx="3769766" cy="46970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ダークモード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8252" y="1955155"/>
            <a:ext cx="3492847" cy="336352"/>
          </a:xfrm>
          <a:prstGeom prst="roundRect">
            <a:avLst>
              <a:gd name="adj" fmla="val 7552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5202" y="2018556"/>
            <a:ext cx="30445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クエリ_1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10099" y="2028081"/>
            <a:ext cx="2591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選択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8252" y="2342257"/>
            <a:ext cx="3492847" cy="336352"/>
          </a:xfrm>
          <a:prstGeom prst="roundRect">
            <a:avLst>
              <a:gd name="adj" fmla="val 7552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5202" y="2405658"/>
            <a:ext cx="30445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クエリ_2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10099" y="2415183"/>
            <a:ext cx="2591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8252" y="2729359"/>
            <a:ext cx="3492847" cy="336352"/>
          </a:xfrm>
          <a:prstGeom prst="roundRect">
            <a:avLst>
              <a:gd name="adj" fmla="val 7552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25202" y="2792760"/>
            <a:ext cx="30445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クエリ_3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10099" y="2802285"/>
            <a:ext cx="2591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選択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76324" y="2038201"/>
            <a:ext cx="39135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053891" y="3181201"/>
            <a:ext cx="10362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画面右上のボタンをクリック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32350" y="1072753"/>
            <a:ext cx="3733949" cy="3454896"/>
          </a:xfrm>
          <a:prstGeom prst="roundRect">
            <a:avLst>
              <a:gd name="adj" fmla="val 1470"/>
            </a:avLst>
          </a:prstGeom>
          <a:solidFill>
            <a:srgbClr val="F8FAFC"/>
          </a:solidFill>
          <a:ln w="19050">
            <a:solidFill>
              <a:srgbClr val="636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51400" y="1091803"/>
            <a:ext cx="3695849" cy="3429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03800" y="1168003"/>
            <a:ext cx="34588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Access クエリエクスポーター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4442" y="1434703"/>
            <a:ext cx="3769766" cy="46970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ライトモード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52901" y="1955155"/>
            <a:ext cx="3492847" cy="336352"/>
          </a:xfrm>
          <a:prstGeom prst="roundRect">
            <a:avLst>
              <a:gd name="adj" fmla="val 75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79852" y="2018556"/>
            <a:ext cx="30445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クエリ_1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64748" y="2028081"/>
            <a:ext cx="2591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選択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52901" y="2342257"/>
            <a:ext cx="3492847" cy="336352"/>
          </a:xfrm>
          <a:prstGeom prst="roundRect">
            <a:avLst>
              <a:gd name="adj" fmla="val 75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479852" y="2405658"/>
            <a:ext cx="30445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クエリ_2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64748" y="2415183"/>
            <a:ext cx="2591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52901" y="2729359"/>
            <a:ext cx="3492847" cy="336352"/>
          </a:xfrm>
          <a:prstGeom prst="roundRect">
            <a:avLst>
              <a:gd name="adj" fmla="val 75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479852" y="2792760"/>
            <a:ext cx="30445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クエリ_3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64748" y="2802285"/>
            <a:ext cx="2591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選択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77701" y="4705350"/>
            <a:ext cx="8788598" cy="361950"/>
          </a:xfrm>
          <a:prstGeom prst="rect">
            <a:avLst/>
          </a:prstGeom>
          <a:solidFill>
            <a:srgbClr val="0D11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196751" y="4705350"/>
            <a:ext cx="0" cy="36195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8201" y="4781550"/>
            <a:ext cx="86146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選択したテーマはブラウザに自動保存 — 次回開いたときも同じテーマが適用されます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125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888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3901" y="190351"/>
            <a:ext cx="880892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よくあるエラーと対処法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634752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エラーが出たときはこちらを確認してください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7701" y="1047452"/>
            <a:ext cx="8788598" cy="622102"/>
          </a:xfrm>
          <a:prstGeom prst="roundRect">
            <a:avLst>
              <a:gd name="adj" fmla="val 6124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01513" y="1047452"/>
            <a:ext cx="0" cy="622102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7726" y="1148953"/>
            <a:ext cx="32015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8555" y="1148953"/>
            <a:ext cx="39999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対応していないファイル形式です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8555" y="1368028"/>
            <a:ext cx="3999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原因: .accdb または .mdb 以外のファイルを指定した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427" y="1148953"/>
            <a:ext cx="399990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対処: 正しい拡張子の Access ファイルを選択し直してください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7701" y="1745754"/>
            <a:ext cx="8788598" cy="831652"/>
          </a:xfrm>
          <a:prstGeom prst="roundRect">
            <a:avLst>
              <a:gd name="adj" fmla="val 4581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01513" y="1745754"/>
            <a:ext cx="0" cy="831652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726" y="1847255"/>
            <a:ext cx="32015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8555" y="1847255"/>
            <a:ext cx="39999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DAO.DBEngine が見つかりません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8555" y="2066330"/>
            <a:ext cx="39999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原因: Microsoft Access または Access Database Engine が未インストール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427" y="1847255"/>
            <a:ext cx="399990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対処: Access Database Engine をインストールしてください（Microsoft 公式から無料ダウンロード可）。32bit / 64bit は Office と同じビット数を選択してください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7701" y="2653605"/>
            <a:ext cx="8788598" cy="622102"/>
          </a:xfrm>
          <a:prstGeom prst="roundRect">
            <a:avLst>
              <a:gd name="adj" fmla="val 6124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01513" y="2653605"/>
            <a:ext cx="0" cy="622102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7726" y="2755106"/>
            <a:ext cx="32015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8555" y="2755106"/>
            <a:ext cx="39999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viewer.html が見つかりません（警告）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8555" y="2974181"/>
            <a:ext cx="3999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原因: 3ファイルが同じフォルダに配置されていない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427" y="2755106"/>
            <a:ext cx="399990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対処: 3ファイルをすべて同じフォルダに配置してください。※ テキスト出力（_クエリ一覧.txt）は生成されます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7701" y="3351907"/>
            <a:ext cx="8788598" cy="612577"/>
          </a:xfrm>
          <a:prstGeom prst="roundRect">
            <a:avLst>
              <a:gd name="adj" fmla="val 6220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01513" y="3351907"/>
            <a:ext cx="0" cy="612577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726" y="3453408"/>
            <a:ext cx="32015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18555" y="3453408"/>
            <a:ext cx="39999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ExtractToJSON.vbs が見つかりません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8555" y="3672483"/>
            <a:ext cx="3999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原因: VBScript ファイルがバッチファイルと別の場所にある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427" y="3453408"/>
            <a:ext cx="399990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対処: 3ファイルをすべて同じフォルダに配置してください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69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7180" y="304651"/>
            <a:ext cx="8549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97180" y="926902"/>
            <a:ext cx="85496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クエリエクスポーター（ローカル版）の使い方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13903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9290" y="1463278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8950" y="1434703"/>
            <a:ext cx="30016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3ファイルを同じフォルダに配置する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0" y="182210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9290" y="1895029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8950" y="1866454"/>
            <a:ext cx="48958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AccessQueryExporter.bat をダブルクリック（または D&amp;D）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1000" y="225385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9290" y="2326779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8950" y="2298204"/>
            <a:ext cx="39085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ファイル選択ダイアログで .accdb / .mdb を選択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1000" y="268560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9290" y="2758529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8950" y="2729954"/>
            <a:ext cx="36258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ブラウザが自動で開いてビューアが起動する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1000" y="311735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9290" y="3190280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8950" y="3161705"/>
            <a:ext cx="41697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クエリ・テーブル・リレーションを自由に閲覧する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1000" y="3625304"/>
            <a:ext cx="8382000" cy="977801"/>
          </a:xfrm>
          <a:prstGeom prst="roundRect">
            <a:avLst>
              <a:gd name="adj" fmla="val 5195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8701" y="3752255"/>
            <a:ext cx="81871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覚えておきたいポイント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8701" y="4057055"/>
            <a:ext cx="33846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インストール不要 — 3ファイルをコピーするだけ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80123" y="4057055"/>
            <a:ext cx="35428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読み取り専用 — DB のデータは一切変更されません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8701" y="4266605"/>
            <a:ext cx="35901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オフライン動作 — サーバーもインターネットも不要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81636" y="4266605"/>
            <a:ext cx="35901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テーマは自動保存 — ブラウザを閉じても設定が維持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 クエリエクスポーター 初心者向けマニュアル</dc:title>
  <dc:subject>PptxGenJS Presentation</dc:subject>
  <dc:creator>Access Query Exporter</dc:creator>
  <cp:lastModifiedBy>Access Query Exporter</cp:lastModifiedBy>
  <cp:revision>1</cp:revision>
  <dcterms:created xsi:type="dcterms:W3CDTF">2026-02-27T03:18:26Z</dcterms:created>
  <dcterms:modified xsi:type="dcterms:W3CDTF">2026-02-27T03:18:26Z</dcterms:modified>
</cp:coreProperties>
</file>